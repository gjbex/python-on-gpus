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355" r:id="rId3"/>
    <p:sldId id="357" r:id="rId4"/>
    <p:sldId id="353" r:id="rId5"/>
    <p:sldId id="348" r:id="rId6"/>
    <p:sldId id="359" r:id="rId7"/>
    <p:sldId id="363" r:id="rId8"/>
    <p:sldId id="380" r:id="rId9"/>
    <p:sldId id="364" r:id="rId10"/>
    <p:sldId id="374" r:id="rId11"/>
    <p:sldId id="360" r:id="rId12"/>
    <p:sldId id="361" r:id="rId13"/>
    <p:sldId id="362" r:id="rId14"/>
    <p:sldId id="372" r:id="rId15"/>
    <p:sldId id="368" r:id="rId16"/>
    <p:sldId id="366" r:id="rId17"/>
    <p:sldId id="376" r:id="rId18"/>
    <p:sldId id="375" r:id="rId19"/>
    <p:sldId id="379" r:id="rId20"/>
    <p:sldId id="381" r:id="rId21"/>
    <p:sldId id="382" r:id="rId22"/>
    <p:sldId id="383" r:id="rId23"/>
    <p:sldId id="384" r:id="rId24"/>
    <p:sldId id="385" r:id="rId25"/>
    <p:sldId id="386" r:id="rId26"/>
    <p:sldId id="387" r:id="rId27"/>
    <p:sldId id="373" r:id="rId28"/>
    <p:sldId id="378" r:id="rId29"/>
    <p:sldId id="367" r:id="rId30"/>
    <p:sldId id="370" r:id="rId31"/>
    <p:sldId id="377" r:id="rId32"/>
    <p:sldId id="371" r:id="rId3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605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03/10/2026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03/10/2026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03/10/2026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03/10/2026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Python-on-GPU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on GPUs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509523" y="5445224"/>
            <a:ext cx="92046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https://gjbex.github.io/Python-on-GPUs/</a:t>
            </a:r>
            <a:r>
              <a:rPr lang="en-US" sz="4000" dirty="0"/>
              <a:t> </a:t>
            </a:r>
          </a:p>
        </p:txBody>
      </p:sp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FBC866DE-5B09-981F-D91D-CC7E68853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792" y="4166971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9421" y="4559009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1605" y="5528891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02806" y="3268361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02805" y="3834809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58446" y="5136797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10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13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557561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Regusters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Warp: implicit lockstep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7856511"/>
              </p:ext>
            </p:extLst>
          </p:nvPr>
        </p:nvGraphicFramePr>
        <p:xfrm>
          <a:off x="838200" y="1825625"/>
          <a:ext cx="105156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239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5415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215483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661531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042532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515909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 to 192Gb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6364790"/>
              </p:ext>
            </p:extLst>
          </p:nvPr>
        </p:nvGraphicFramePr>
        <p:xfrm>
          <a:off x="200722" y="1836776"/>
          <a:ext cx="1190950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2653991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398098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210757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170031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1575</TotalTime>
  <Words>1501</Words>
  <Application>Microsoft Office PowerPoint</Application>
  <PresentationFormat>Widescreen</PresentationFormat>
  <Paragraphs>484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Python on GPUs</vt:lpstr>
      <vt:lpstr>PowerPoint Presentation</vt:lpstr>
      <vt:lpstr>PowerPoint Presentation</vt:lpstr>
      <vt:lpstr>Typographical conventions I</vt:lpstr>
      <vt:lpstr>Typographical conventions II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15</cp:revision>
  <dcterms:created xsi:type="dcterms:W3CDTF">2025-01-17T10:10:41Z</dcterms:created>
  <dcterms:modified xsi:type="dcterms:W3CDTF">2026-03-10T21:35:15Z</dcterms:modified>
</cp:coreProperties>
</file>