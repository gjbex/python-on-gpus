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3" r:id="rId19"/>
    <p:sldId id="378" r:id="rId20"/>
    <p:sldId id="367" r:id="rId21"/>
    <p:sldId id="370" r:id="rId22"/>
    <p:sldId id="377" r:id="rId23"/>
    <p:sldId id="371" r:id="rId2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470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03/10/2026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03/10/2026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03/10/2026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03/10/2026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3657601" y="4466783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Regusters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3870218"/>
              </p:ext>
            </p:extLst>
          </p:nvPr>
        </p:nvGraphicFramePr>
        <p:xfrm>
          <a:off x="838200" y="1825625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415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806497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2497873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996069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3090746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5.0+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51590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 to 192Gb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364790"/>
              </p:ext>
            </p:extLst>
          </p:nvPr>
        </p:nvGraphicFramePr>
        <p:xfrm>
          <a:off x="200722" y="1836776"/>
          <a:ext cx="119095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2653991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398098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210757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170031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</TotalTime>
  <Words>1084</Words>
  <Application>Microsoft Office PowerPoint</Application>
  <PresentationFormat>Widescreen</PresentationFormat>
  <Paragraphs>371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8</cp:revision>
  <dcterms:created xsi:type="dcterms:W3CDTF">2025-01-17T10:10:41Z</dcterms:created>
  <dcterms:modified xsi:type="dcterms:W3CDTF">2026-03-10T13:44:57Z</dcterms:modified>
</cp:coreProperties>
</file>