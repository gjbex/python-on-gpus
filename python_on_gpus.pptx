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88" r:id="rId28"/>
    <p:sldId id="373" r:id="rId29"/>
    <p:sldId id="378" r:id="rId30"/>
    <p:sldId id="367" r:id="rId31"/>
    <p:sldId id="370" r:id="rId32"/>
    <p:sldId id="377" r:id="rId33"/>
    <p:sldId id="371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557561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51667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817554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</TotalTime>
  <Words>1620</Words>
  <Application>Microsoft Office PowerPoint</Application>
  <PresentationFormat>Widescreen</PresentationFormat>
  <Paragraphs>502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24</cp:revision>
  <dcterms:created xsi:type="dcterms:W3CDTF">2025-01-17T10:10:41Z</dcterms:created>
  <dcterms:modified xsi:type="dcterms:W3CDTF">2026-03-12T10:56:49Z</dcterms:modified>
</cp:coreProperties>
</file>